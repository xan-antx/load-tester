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617C8-7AAC-4731-96A7-EB5C125CBDE4}" v="9" dt="2026-08-16T16:29:56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Khosla" userId="7b928861e76aa9e8" providerId="LiveId" clId="{00ED44BC-EFEB-4D6D-80B6-DCA520530354}"/>
    <pc:docChg chg="custSel addSld delSld modSld sldOrd">
      <pc:chgData name="Nikhil Khosla" userId="7b928861e76aa9e8" providerId="LiveId" clId="{00ED44BC-EFEB-4D6D-80B6-DCA520530354}" dt="2026-08-16T16:29:58.389" v="196" actId="20577"/>
      <pc:docMkLst>
        <pc:docMk/>
      </pc:docMkLst>
      <pc:sldChg chg="addSp delSp modSp mod">
        <pc:chgData name="Nikhil Khosla" userId="7b928861e76aa9e8" providerId="LiveId" clId="{00ED44BC-EFEB-4D6D-80B6-DCA520530354}" dt="2026-08-16T16:29:58.389" v="196" actId="20577"/>
        <pc:sldMkLst>
          <pc:docMk/>
          <pc:sldMk cId="0" sldId="256"/>
        </pc:sldMkLst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Nikhil Khosla" userId="7b928861e76aa9e8" providerId="LiveId" clId="{00ED44BC-EFEB-4D6D-80B6-DCA520530354}" dt="2026-08-16T16:25:33.692" v="61" actId="478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Nikhil Khosla" userId="7b928861e76aa9e8" providerId="LiveId" clId="{00ED44BC-EFEB-4D6D-80B6-DCA520530354}" dt="2026-08-16T16:19:27.804" v="40"/>
          <ac:spMkLst>
            <pc:docMk/>
            <pc:sldMk cId="0" sldId="256"/>
            <ac:spMk id="17" creationId="{91A1C939-23D2-C620-E9D6-BE27F451380A}"/>
          </ac:spMkLst>
        </pc:spChg>
        <pc:spChg chg="add del mod">
          <ac:chgData name="Nikhil Khosla" userId="7b928861e76aa9e8" providerId="LiveId" clId="{00ED44BC-EFEB-4D6D-80B6-DCA520530354}" dt="2026-08-16T16:26:07.836" v="66"/>
          <ac:spMkLst>
            <pc:docMk/>
            <pc:sldMk cId="0" sldId="256"/>
            <ac:spMk id="17" creationId="{F1BCE42E-15E7-ECCA-CB82-E26B3FBEA760}"/>
          </ac:spMkLst>
        </pc:spChg>
        <pc:spChg chg="add del mod">
          <ac:chgData name="Nikhil Khosla" userId="7b928861e76aa9e8" providerId="LiveId" clId="{00ED44BC-EFEB-4D6D-80B6-DCA520530354}" dt="2026-08-16T16:19:32.075" v="43"/>
          <ac:spMkLst>
            <pc:docMk/>
            <pc:sldMk cId="0" sldId="256"/>
            <ac:spMk id="18" creationId="{7D5856E8-BEC2-B6EB-6E8E-829749E1E119}"/>
          </ac:spMkLst>
        </pc:spChg>
        <pc:spChg chg="add mod">
          <ac:chgData name="Nikhil Khosla" userId="7b928861e76aa9e8" providerId="LiveId" clId="{00ED44BC-EFEB-4D6D-80B6-DCA520530354}" dt="2026-08-16T16:28:46.361" v="194" actId="14100"/>
          <ac:spMkLst>
            <pc:docMk/>
            <pc:sldMk cId="0" sldId="256"/>
            <ac:spMk id="18" creationId="{DD650B83-5669-4979-C583-3181008D0068}"/>
          </ac:spMkLst>
        </pc:spChg>
        <pc:spChg chg="add mod">
          <ac:chgData name="Nikhil Khosla" userId="7b928861e76aa9e8" providerId="LiveId" clId="{00ED44BC-EFEB-4D6D-80B6-DCA520530354}" dt="2026-08-16T16:26:33.498" v="84" actId="113"/>
          <ac:spMkLst>
            <pc:docMk/>
            <pc:sldMk cId="0" sldId="256"/>
            <ac:spMk id="19" creationId="{3CA1A51F-E73E-4A64-1ED9-AD01B330C182}"/>
          </ac:spMkLst>
        </pc:spChg>
        <pc:spChg chg="add mod">
          <ac:chgData name="Nikhil Khosla" userId="7b928861e76aa9e8" providerId="LiveId" clId="{00ED44BC-EFEB-4D6D-80B6-DCA520530354}" dt="2026-08-16T16:26:57.279" v="101" actId="122"/>
          <ac:spMkLst>
            <pc:docMk/>
            <pc:sldMk cId="0" sldId="256"/>
            <ac:spMk id="20" creationId="{151DF9BB-FEE2-69F7-EFFD-AF8F57FC5E22}"/>
          </ac:spMkLst>
        </pc:spChg>
        <pc:spChg chg="add mod">
          <ac:chgData name="Nikhil Khosla" userId="7b928861e76aa9e8" providerId="LiveId" clId="{00ED44BC-EFEB-4D6D-80B6-DCA520530354}" dt="2026-08-16T16:29:58.389" v="196" actId="20577"/>
          <ac:spMkLst>
            <pc:docMk/>
            <pc:sldMk cId="0" sldId="256"/>
            <ac:spMk id="21" creationId="{1D293C60-D17E-6AE9-190D-E7CDBD046B46}"/>
          </ac:spMkLst>
        </pc:spChg>
        <pc:cxnChg chg="del">
          <ac:chgData name="Nikhil Khosla" userId="7b928861e76aa9e8" providerId="LiveId" clId="{00ED44BC-EFEB-4D6D-80B6-DCA520530354}" dt="2026-08-16T16:25:33.692" v="61" actId="478"/>
          <ac:cxnSpMkLst>
            <pc:docMk/>
            <pc:sldMk cId="0" sldId="256"/>
            <ac:cxnSpMk id="12" creationId="{00000000-0000-0000-0000-000000000000}"/>
          </ac:cxnSpMkLst>
        </pc:cxnChg>
        <pc:cxnChg chg="del">
          <ac:chgData name="Nikhil Khosla" userId="7b928861e76aa9e8" providerId="LiveId" clId="{00ED44BC-EFEB-4D6D-80B6-DCA520530354}" dt="2026-08-16T16:25:33.692" v="61" actId="478"/>
          <ac:cxnSpMkLst>
            <pc:docMk/>
            <pc:sldMk cId="0" sldId="256"/>
            <ac:cxnSpMk id="13" creationId="{00000000-0000-0000-0000-000000000000}"/>
          </ac:cxnSpMkLst>
        </pc:cxnChg>
      </pc:sldChg>
      <pc:sldChg chg="addSp delSp modSp new del mod ord">
        <pc:chgData name="Nikhil Khosla" userId="7b928861e76aa9e8" providerId="LiveId" clId="{00ED44BC-EFEB-4D6D-80B6-DCA520530354}" dt="2026-08-16T16:25:23.214" v="60" actId="47"/>
        <pc:sldMkLst>
          <pc:docMk/>
          <pc:sldMk cId="3956997040" sldId="266"/>
        </pc:sldMkLst>
        <pc:spChg chg="add mod">
          <ac:chgData name="Nikhil Khosla" userId="7b928861e76aa9e8" providerId="LiveId" clId="{00ED44BC-EFEB-4D6D-80B6-DCA520530354}" dt="2026-08-16T16:18:49.565" v="33" actId="1076"/>
          <ac:spMkLst>
            <pc:docMk/>
            <pc:sldMk cId="3956997040" sldId="266"/>
            <ac:spMk id="2" creationId="{51ECBB6D-0B78-F1E0-0ABE-780144AEA284}"/>
          </ac:spMkLst>
        </pc:spChg>
        <pc:spChg chg="add del mod">
          <ac:chgData name="Nikhil Khosla" userId="7b928861e76aa9e8" providerId="LiveId" clId="{00ED44BC-EFEB-4D6D-80B6-DCA520530354}" dt="2026-08-16T16:19:24.635" v="37"/>
          <ac:spMkLst>
            <pc:docMk/>
            <pc:sldMk cId="3956997040" sldId="266"/>
            <ac:spMk id="3" creationId="{29F9A708-AA7F-4911-C0E8-EA51D18EA8AB}"/>
          </ac:spMkLst>
        </pc:spChg>
        <pc:spChg chg="add mod">
          <ac:chgData name="Nikhil Khosla" userId="7b928861e76aa9e8" providerId="LiveId" clId="{00ED44BC-EFEB-4D6D-80B6-DCA520530354}" dt="2026-08-16T16:19:44.757" v="59" actId="20577"/>
          <ac:spMkLst>
            <pc:docMk/>
            <pc:sldMk cId="3956997040" sldId="266"/>
            <ac:spMk id="4" creationId="{267F8651-AEFB-F8E6-5F79-A3A11C7B2B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1792" y="1417320"/>
            <a:ext cx="777240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&amp;
Performance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697480"/>
            <a:ext cx="71323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configurable platform for simulating user traffic, measuring application performance, and automating reliable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754880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166360"/>
            <a:ext cx="105156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discovering performance issues after deployment, controlled traffic</a:t>
            </a:r>
            <a:r>
              <a:rPr lang="en-US"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generated</a:t>
            </a:r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beforehand and identify </a:t>
            </a:r>
            <a:r>
              <a:rPr lang="en-US"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application is capable of handling the desired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load, and </a:t>
            </a:r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application starts slowing down or failing.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FE23F-B1AC-C9C0-3F84-35470F8CA0C6}"/>
              </a:ext>
            </a:extLst>
          </p:cNvPr>
          <p:cNvSpPr txBox="1"/>
          <p:nvPr/>
        </p:nvSpPr>
        <p:spPr>
          <a:xfrm>
            <a:off x="9210403" y="618666"/>
            <a:ext cx="2061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650B83-5669-4979-C583-3181008D0068}"/>
              </a:ext>
            </a:extLst>
          </p:cNvPr>
          <p:cNvSpPr/>
          <p:nvPr/>
        </p:nvSpPr>
        <p:spPr>
          <a:xfrm>
            <a:off x="7981950" y="859536"/>
            <a:ext cx="3495675" cy="343814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1A51F-E73E-4A64-1ED9-AD01B330C182}"/>
              </a:ext>
            </a:extLst>
          </p:cNvPr>
          <p:cNvSpPr txBox="1"/>
          <p:nvPr/>
        </p:nvSpPr>
        <p:spPr>
          <a:xfrm>
            <a:off x="8305800" y="1027253"/>
            <a:ext cx="2752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: Elevate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3C51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1DF9BB-FEE2-69F7-EFFD-AF8F57FC5E22}"/>
              </a:ext>
            </a:extLst>
          </p:cNvPr>
          <p:cNvSpPr txBox="1"/>
          <p:nvPr/>
        </p:nvSpPr>
        <p:spPr>
          <a:xfrm>
            <a:off x="8348472" y="1893189"/>
            <a:ext cx="2877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293C60-D17E-6AE9-190D-E7CDBD046B46}"/>
              </a:ext>
            </a:extLst>
          </p:cNvPr>
          <p:cNvSpPr txBox="1"/>
          <p:nvPr/>
        </p:nvSpPr>
        <p:spPr>
          <a:xfrm>
            <a:off x="8394192" y="2256485"/>
            <a:ext cx="274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 Bhardwaj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1024030671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Nikhil Khosla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1024030672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 Agrawal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1024031155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dedicated load-testing platform is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4747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600200"/>
            <a:ext cx="3145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29968"/>
            <a:ext cx="314553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 may work for a few users, but </a:t>
            </a:r>
            <a:r>
              <a:rPr lang="en-US"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  <a:r>
              <a:rPr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know how many concurrent users it can handle before response time degrades.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463040"/>
            <a:ext cx="34747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6279" y="1600200"/>
            <a:ext cx="3145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029968"/>
            <a:ext cx="314553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bottlenecks are frequently noticed only after deployment, when real users are already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6" y="1463040"/>
            <a:ext cx="34747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5048" y="1600200"/>
            <a:ext cx="3145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Hampers user experience</a:t>
            </a:r>
            <a:endParaRPr b="1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5048" y="2029968"/>
            <a:ext cx="314553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application cannot handle enough load, and as a result takes a long time to process, or crashes, it may deteriorate user experience</a:t>
            </a:r>
            <a:endParaRPr sz="1400" b="0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23160" y="3794760"/>
            <a:ext cx="347472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7752" y="3931920"/>
            <a:ext cx="3145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Manual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4361688"/>
            <a:ext cx="314553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Testing, rebuilding and redeploying new versions manually slows development and makes the process inconsistent.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94760"/>
            <a:ext cx="347472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3952" y="3931920"/>
            <a:ext cx="31455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Hard-to-Compare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361688"/>
            <a:ext cx="314553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a structured platform, comparing performance across different loads or application versions becomes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interface around load generation, monitoring, analysis and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554480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Load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84248"/>
            <a:ext cx="30998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target URL, concurrent users, spawn rate and test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4173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6279" y="1554480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Locust-Based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984248"/>
            <a:ext cx="309981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realistic virtual-user traffic using a proven Python load-testing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6" y="14173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5048" y="1554480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Test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984248"/>
            <a:ext cx="30998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whether a test is queued, running, completed or failed.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747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" y="3611879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041648"/>
            <a:ext cx="30998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response time, throughput, request count and failure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4747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79" y="3611879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041648"/>
            <a:ext cx="309981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load levels or application versions to identify degradation.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3474720"/>
            <a:ext cx="3429000" cy="169164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5048" y="3611879"/>
            <a:ext cx="30998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4041648"/>
            <a:ext cx="309981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Test, containerize and deploy new platform versions automatically after Git pushes.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a user runs a load test.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08176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07592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Test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307592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URL + users + spawn rate + duration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1540" y="1856231"/>
            <a:ext cx="0" cy="274321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21671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249424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Validates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48840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 receives and validates the configuration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1540" y="2697480"/>
            <a:ext cx="0" cy="2743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90088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Test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test is queued so long-running work does not block the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1540" y="3538728"/>
            <a:ext cx="0" cy="2743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31336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Locust Generates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831336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users send repeated requests to the target application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" y="4379976"/>
            <a:ext cx="0" cy="2743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469087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4773168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72584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672584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times, failures and throughput are captured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1540" y="5221224"/>
            <a:ext cx="0" cy="27432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5614416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513832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513832"/>
            <a:ext cx="7132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presents test status, metrics and comparisons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of the final load-testing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920240" cy="105156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965960"/>
            <a:ext cx="15910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395728"/>
            <a:ext cx="15910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configuration
Results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28800"/>
            <a:ext cx="1920240" cy="105156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3512" y="1965960"/>
            <a:ext cx="15910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395728"/>
            <a:ext cx="15910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endpoints
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828800"/>
            <a:ext cx="1920240" cy="105156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0952" y="1965960"/>
            <a:ext cx="15910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2395728"/>
            <a:ext cx="15910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
job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828800"/>
            <a:ext cx="1920240" cy="105156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08392" y="1965960"/>
            <a:ext cx="15910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Locust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2395728"/>
            <a:ext cx="15910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users
Load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1828800"/>
            <a:ext cx="1920240" cy="105156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85832" y="1965960"/>
            <a:ext cx="15910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2395728"/>
            <a:ext cx="15910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being
tested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359152"/>
            <a:ext cx="4572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9160" y="2359152"/>
            <a:ext cx="4572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86600" y="2359152"/>
            <a:ext cx="4572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64040" y="2359152"/>
            <a:ext cx="4572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86200" y="4160520"/>
            <a:ext cx="2377440" cy="114300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50791" y="4297680"/>
            <a:ext cx="20482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Metrics</a:t>
            </a:r>
            <a:endParaRPr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0791" y="4690872"/>
            <a:ext cx="204825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
Throughput
Failures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160520"/>
            <a:ext cx="2377440" cy="1143000"/>
          </a:xfrm>
          <a:prstGeom prst="roundRect">
            <a:avLst/>
          </a:prstGeom>
          <a:solidFill>
            <a:srgbClr val="334155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76872" y="4297680"/>
            <a:ext cx="20482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6872" y="4727448"/>
            <a:ext cx="20482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configurations
Historical results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955279" y="2880360"/>
            <a:ext cx="548641" cy="128016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263640" y="4727448"/>
            <a:ext cx="54864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011680" y="2880360"/>
            <a:ext cx="1874520" cy="1847088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897880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goal: keep the user-facing API responsive while load tests run independently in the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&amp; Deployment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testing and </a:t>
            </a:r>
            <a:r>
              <a:rPr lang="en-US" sz="1600" b="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updation</a:t>
            </a:r>
            <a:r>
              <a:rPr lang="en-US" sz="16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any code changes, implemented with GitLab Runner</a:t>
            </a:r>
            <a:endParaRPr sz="1600" b="0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8" y="2148840"/>
            <a:ext cx="142646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788920"/>
            <a:ext cx="138988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 pushes updated source 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9443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0008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9736" y="2148840"/>
            <a:ext cx="142646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788920"/>
            <a:ext cx="138988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GitLab Runner executes pytest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95928" y="29443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88536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98264" y="2148840"/>
            <a:ext cx="142646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788920"/>
            <a:ext cx="138988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reads the Dockerfile and creates a new image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34456" y="29443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27064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6792" y="2148840"/>
            <a:ext cx="142646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88920"/>
            <a:ext cx="138988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pushed to GitLab Container 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2984" y="29443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65592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319" y="2148840"/>
            <a:ext cx="142646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K3s Pulls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788920"/>
            <a:ext cx="138988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K3s authenticates and reads/pulls the new image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1512" y="29443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1920240"/>
            <a:ext cx="1645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13848" y="2148840"/>
            <a:ext cx="142646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 Deploys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2136" y="2788920"/>
            <a:ext cx="138988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Pod runs the new container; Service exposes the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09160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can be pushed to GitLab and automatically tested, packaged and redeployed to K3s.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789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same pipeline will be used for the complete load-testing application as its modules are added.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more than a Locust script—it is a complete software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42900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554480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65960"/>
            <a:ext cx="3099816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Frontend, API, load engine, task execution and deployment are separated into maintainable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5424" y="1554480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984248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removes repeated manual testing, Docker builds and Kubernetes redeployment.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94192" y="1554480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984248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tests and health checks reduce the chance of deploying broken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520440"/>
            <a:ext cx="342900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7752" y="3657600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4087368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can later support more test jobs, workers and distributed load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20440"/>
            <a:ext cx="3429000" cy="1600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3952" y="3657600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087368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evaluated using objective metrics rather than only functional correctness.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96696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rovide both a usable tool and measurable engineering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76856"/>
            <a:ext cx="34290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2414016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Usable Testing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843784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 can configure and start a load test without manually writing or executing Locust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2276856"/>
            <a:ext cx="34290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5424" y="2414016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843784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clearly reports response time, throughput and failures under different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76856"/>
            <a:ext cx="34290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94192" y="2414016"/>
            <a:ext cx="3099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Repeatable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843784"/>
            <a:ext cx="309981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versions can be tested, containerized and deployed consistently through CI/CD.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749</Words>
  <Application>Microsoft Office PowerPoint</Application>
  <PresentationFormat>Widescreen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Khosla</dc:creator>
  <cp:keywords/>
  <dc:description>generated using python-pptx</dc:description>
  <cp:lastModifiedBy>Krish Agrawal</cp:lastModifiedBy>
  <cp:revision>3</cp:revision>
  <dcterms:created xsi:type="dcterms:W3CDTF">2013-01-27T09:14:16Z</dcterms:created>
  <dcterms:modified xsi:type="dcterms:W3CDTF">2026-08-16T21:44:16Z</dcterms:modified>
  <cp:category/>
</cp:coreProperties>
</file>